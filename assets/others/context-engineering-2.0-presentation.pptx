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ENGINEERING 2.0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  <a:latin typeface="Helvetica"/>
              </a:defRPr>
            </a:pPr>
            <a:r>
              <a:t>The Context of Context Engineering (SII-GAIR,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Helvetica"/>
              </a:defRPr>
            </a:pPr>
            <a:r>
              <a:t>Key ideas &amp; design considerations for modern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Why context engineering matters now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Entropy reduction view + formal definition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Historical evolution: eras 1.0 → 4.0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Design considerations: collect, manage, use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Applications, challenges,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LLMs are sensitive to what’s inside the context window.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Long‑horizon reasoning needs more than a bigger window.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We need systematic ways to align machine behavior with human intent.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WHAT IS CONTEXT ENGINEERING?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Practice of designing, organizing, and managing context so machines act on human intentions.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Includes prompting, RAG, tool use, memory, multimodal inputs, and context sharing.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17520"/>
            <a:ext cx="1051560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Core idea = Entropy Reduction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Humans fill gaps implicitly; machines can’t.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So we compress high‑entropy real‑world intent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into low‑entropy representations a model can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 LONGER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engineering predates LLMs by ~20 years.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Roots in ubiquitous computing, context‑aware systems, HCI.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Each leap in machine intelligence changes how we build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FOUR ERAS OF CONTEXT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83464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1.0 Primitive Computation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1990s–2020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Structured, low‑entropy inputs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Humans translate intent for machines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737360"/>
            <a:ext cx="301752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2.0 Agent‑Centric Intelligence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2020–present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Natural language + ambiguity tolerance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Prompting, RAG, tools,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737360"/>
            <a:ext cx="265176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3.0 Human‑Level (future)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Human‑like sensing &amp; understanding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Seamless collaboration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Less explicit context mgmt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737360"/>
            <a:ext cx="1920240" cy="2011680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4.0 Superhuman (speculative)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Models construct context proactively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Reveal hidden needs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‘God’s‑eye view’ of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Helvetica"/>
              </a:defRPr>
            </a:pPr>
            <a:r>
              <a:t>Trend: increasing intelligence → decreasing human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DESIGN CONSIDERATIONS (ERA 2.0)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Three dimensions form the pipeline: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1) Context Collection &amp; Storage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2) Context Management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3) Context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COLLECTION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Multimodal sources: text, images, audio, sensors, logs, APIs.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Distributed storage: on‑device, edge, cloud, layered by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5303520" cy="2011680"/>
          </a:xfrm>
          <a:prstGeom prst="roundRect">
            <a:avLst/>
          </a:prstGeom>
          <a:solidFill>
            <a:srgbClr val="E8F5E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Principle: Minimal Sufficiency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Collect/store only what's needed for the task.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Value is sufficiency, not volume.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2926080"/>
            <a:ext cx="512064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00000"/>
                </a:solidFill>
                <a:latin typeface="Helvetica"/>
              </a:defRPr>
            </a:pPr>
            <a:r>
              <a:t>Principle: Semantic Continuity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Preserve continuity of meaning, not just raw data.</a:t>
            </a:r>
          </a:p>
          <a:p>
            <a:pPr>
              <a:defRPr sz="1300">
                <a:solidFill>
                  <a:srgbClr val="333333"/>
                </a:solidFill>
                <a:latin typeface="Helvetica"/>
              </a:defRPr>
            </a:pPr>
            <a:r>
              <a:t>Maintain coherence across time and devices.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Process raw context: clean, normalize, align modalities.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Organize memory in layers: short‑term → long‑term.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Isolate context to avoid contamination across tasks.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Abstract/compress using summaries or embeddings (‘self‑baking’).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CONTEXT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Intra‑system sharing: agents pass context via prompts, schemas, or shared memory.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Cross‑system sharing: adapters or common representations between tools/agents.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selection: pick relevant pieces for understanding and action.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Proactive inference: mine preferences, infer hidden goals, offer help.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Lifelong preservation: update personal context without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APPLICATIONS: CODING CLIS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Example: Gemini CLI uses GEMINI.md files as project context.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Static context loads at startup; dynamic context accumulates in dialog.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History is periodically summarized into compact ‘reasoning state’.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APPLICATIONS: DEEP RESEARCH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Open‑ended, long‑horizon search + reasoning.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Need periodic compression to stay within window.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snapshots preserve evidence and guide next searches.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APPLICATIONS: BRAIN‑COMPUTER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BCIs can collect internal user state directly (attention, emotion, cognitive load).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Richer + more convenient context collection beyond language.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Still early: noisy signals, coarse interpretation.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CHALLENGES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Collection is still inefficient; users can’t always articulate intent.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Storage bottlenecks at lifelong scale.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Processing degradation in long contexts (latency + reasoning quality).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System instability and semantic drift over time.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Need better architectures + adaptive selection + evaluation frameworks.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Context engineering is a long‑evolving discipline.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Core job: reduce entropy between human intent and machine action.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Era 2.0 requires systematic pipelines for collection, management, and usage.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Helvetica"/>
              </a:defRPr>
            </a:pPr>
            <a:r>
              <a:t>As models improve, human effort shifts from explicit context handling to oversight.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Helvetica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Helvetica"/>
              </a:rPr>
              <a:t>© 2025 Automata Learning Lab | Professional educational materials crafted with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