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Performance Analysis by Region and Product Type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Insights from 100 Sales Records on Revenue, Cost, and Profit | Source: data.csv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Sales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Dataset contains 100 sales records across multiple regions and countries.</a:t>
            </a:r>
          </a:p>
          <a:p>
            <a:pPr/>
            <a:r>
              <a:t>Includes diverse product categories and sales channels (Online and Offline).</a:t>
            </a:r>
          </a:p>
          <a:p>
            <a:pPr/>
            <a:r>
              <a:t>Key metrics: Units Sold, Unit Price, Unit Cost, Total Revenue, Total Cost, and Total Profit.</a:t>
            </a:r>
          </a:p>
          <a:p>
            <a:pPr/>
            <a:r>
              <a:t>Order Dates range from 2010 to 2014, enabling temporal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Distribution by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Regions show varied total revenue contributions.</a:t>
            </a:r>
          </a:p>
          <a:p>
            <a:pPr/>
            <a:r>
              <a:t>Some regions outperform others in sales volume and profitability.</a:t>
            </a:r>
          </a:p>
          <a:p>
            <a:pPr/>
            <a:r>
              <a:t>Understanding regional performance helps target growth opportunities.</a:t>
            </a:r>
          </a:p>
        </p:txBody>
      </p:sp>
      <p:pic>
        <p:nvPicPr>
          <p:cNvPr id="4" name="Picture 3" descr="slide02_chart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Category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Different product types generate varying revenue and profit levels.</a:t>
            </a:r>
          </a:p>
          <a:p>
            <a:pPr/>
            <a:r>
              <a:t>High-value items contribute significantly to total profit.</a:t>
            </a:r>
          </a:p>
          <a:p>
            <a:pPr/>
            <a:r>
              <a:t>Identifying top-performing product categories aids inventory and marketing strategies.</a:t>
            </a:r>
          </a:p>
        </p:txBody>
      </p:sp>
      <p:pic>
        <p:nvPicPr>
          <p:cNvPr id="4" name="Picture 3" descr="slide03_chart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Channel Impact on Revenue and Profit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Online and Offline channels show distinct sales patterns.</a:t>
            </a:r>
          </a:p>
          <a:p>
            <a:pPr/>
            <a:r>
              <a:t>Channel choice affects total revenue and profitability.</a:t>
            </a:r>
          </a:p>
          <a:p>
            <a:pPr/>
            <a:r>
              <a:t>Optimizing channel strategies can improve overall sales performance.</a:t>
            </a:r>
          </a:p>
        </p:txBody>
      </p:sp>
      <p:pic>
        <p:nvPicPr>
          <p:cNvPr id="4" name="Picture 3" descr="slide04_chart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Order Priority Influence on Sales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Order priority levels (H, C, L) correlate with sales outcomes.</a:t>
            </a:r>
          </a:p>
          <a:p>
            <a:pPr/>
            <a:r>
              <a:t>Higher priority orders tend to have higher revenue and profit.</a:t>
            </a:r>
          </a:p>
          <a:p>
            <a:pPr/>
            <a:r>
              <a:t>Prioritization impacts operational focus and resource allocation.</a:t>
            </a:r>
          </a:p>
        </p:txBody>
      </p:sp>
      <p:pic>
        <p:nvPicPr>
          <p:cNvPr id="4" name="Picture 3" descr="slide05_chart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Trends Over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Order dates span multiple years, allowing trend analysis.</a:t>
            </a:r>
          </a:p>
          <a:p>
            <a:pPr/>
            <a:r>
              <a:t>Revenue and profit fluctuate over time, indicating seasonal or market effects.</a:t>
            </a:r>
          </a:p>
          <a:p>
            <a:pPr/>
            <a:r>
              <a:t>Tracking trends supports forecasting and strategic planning.</a:t>
            </a:r>
          </a:p>
        </p:txBody>
      </p:sp>
      <p:pic>
        <p:nvPicPr>
          <p:cNvPr id="4" name="Picture 3" descr="slide06_chart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4114800" cy="23145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